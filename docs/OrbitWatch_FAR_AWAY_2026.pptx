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36576" cy="36576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20240" y="1097280"/>
            <a:ext cx="36576" cy="36576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274320"/>
            <a:ext cx="36576" cy="36576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731520"/>
            <a:ext cx="36576" cy="36576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0" y="182880"/>
            <a:ext cx="36576" cy="36576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2560320"/>
            <a:ext cx="36576" cy="36576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0" y="4114800"/>
            <a:ext cx="36576" cy="36576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0" y="2834640"/>
            <a:ext cx="36576" cy="36576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3657600"/>
            <a:ext cx="36576" cy="36576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4572000"/>
            <a:ext cx="36576" cy="36576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365760"/>
            <a:ext cx="2011680" cy="2011680"/>
          </a:xfrm>
          <a:prstGeom prst="ellipse">
            <a:avLst/>
          </a:prstGeom>
          <a:solidFill>
            <a:srgbClr val="1A4FD8"/>
          </a:solidFill>
          <a:ln/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0" y="365760"/>
            <a:ext cx="2011680" cy="201168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5720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57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FAR AWAY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10058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457200" y="17373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457200" y="30175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Space Debris Collision Intelligence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0D1F3C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703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27,686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" y="4160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Objects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86000" y="365760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0D1F3C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286000" y="3703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8,963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286000" y="4160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Satellites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14800" y="365760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0D1F3C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14800" y="3703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18,723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114800" y="4160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Debris Fragments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HallucinateThis  ·  Space &amp; Aerospace Theme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oundRect">
            <a:avLst/>
          </a:prstGeom>
          <a:solidFill>
            <a:srgbClr val="0D1F3C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27,000+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pieces of debris in Earth orbit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82296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0D1F3C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0" y="914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Kessler Syndrome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0" y="126187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collision creates thousands of new fragments, exponentially worsening congestion in LEO.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214884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0D1F3C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Infrastructure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258775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GPS, weather, internet, and communications satellites are all at risk.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347472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0D1F3C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🐌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Manual Process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391363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collision risk analysis is siloed, delayed, and resource-intensive.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oundRect">
            <a:avLst/>
          </a:prstGeom>
          <a:solidFill>
            <a:srgbClr val="0D1F3C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 — ORBITWATCH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system that autonomously monitors, analyzes, and alerts satellite operators about collision risks — in real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0D1F3C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6916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23774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TLE Data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78892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CelesTrak / NORAD real-time feed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83080" y="24688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11680" y="1554480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0D1F3C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11680" y="16916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011680" y="23774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SGP4 Engine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278892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propagation &amp; position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20440" y="24688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49040" y="1554480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0D1F3C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49040" y="16916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749040" y="23774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49040" y="278892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Conjunction detection &lt; 50km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57800" y="24688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0" y="1554480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0D1F3C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0" y="16916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86400" y="23774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0" y="278892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alert + maneuver advice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995160" y="24688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223760" y="1554480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0D1F3C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23760" y="16916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223760" y="23774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23760" y="278892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risk visualization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14400" y="429768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0D1F3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2976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 &lt; 1km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834640" y="429768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0D1F3C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34640" y="42976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 1–5km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429768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0D1F3C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42976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 5–20km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675120" y="429768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0D1F3C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0" y="42976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 20km+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oundRect">
            <a:avLst/>
          </a:prstGeom>
          <a:solidFill>
            <a:srgbClr val="0D1F3C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0D1F3C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14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Python REST API with async support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0D1F3C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914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SGP4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2618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Mechanics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92040" y="14813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NORAD-standard satellite position propagation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0D1F3C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+ Groq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25877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28072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3.3-70B for NL alert generation &amp; maneuver advice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214884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0D1F3C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CelesTrak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5877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8072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TLE orbital element data feed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47472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0D1F3C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HTML/CSS/JS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39136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41330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with orbital visualization canvas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347472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0D1F3C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92040" y="39136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41330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for scalable cloud deployment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oundRect">
            <a:avLst/>
          </a:prstGeom>
          <a:solidFill>
            <a:srgbClr val="0D1F3C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— DASHBOARD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4023360"/>
          </a:xfrm>
          <a:prstGeom prst="roundRect">
            <a:avLst>
              <a:gd name="adj" fmla="val 2273"/>
            </a:avLst>
          </a:prstGeom>
          <a:solidFill>
            <a:srgbClr val="0A1628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🛰️ ORBITWATCH  ·  LIVE · NORAD/CelesTrak  ·  ● OPERATIONAL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1737360" cy="685800"/>
          </a:xfrm>
          <a:prstGeom prst="roundRect">
            <a:avLst>
              <a:gd name="adj" fmla="val 6667"/>
            </a:avLst>
          </a:prstGeom>
          <a:solidFill>
            <a:srgbClr val="0D1F3C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984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27,686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514600" y="1261872"/>
            <a:ext cx="1737360" cy="685800"/>
          </a:xfrm>
          <a:prstGeom prst="roundRect">
            <a:avLst>
              <a:gd name="adj" fmla="val 6667"/>
            </a:avLst>
          </a:prstGeom>
          <a:solidFill>
            <a:srgbClr val="0D1F3C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2984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8,963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14600" y="16459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480560" y="1261872"/>
            <a:ext cx="1737360" cy="685800"/>
          </a:xfrm>
          <a:prstGeom prst="roundRect">
            <a:avLst>
              <a:gd name="adj" fmla="val 6667"/>
            </a:avLst>
          </a:prstGeom>
          <a:solidFill>
            <a:srgbClr val="0D1F3C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2984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18,723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480560" y="16459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446520" y="1261872"/>
            <a:ext cx="1737360" cy="685800"/>
          </a:xfrm>
          <a:prstGeom prst="roundRect">
            <a:avLst>
              <a:gd name="adj" fmla="val 6667"/>
            </a:avLst>
          </a:prstGeom>
          <a:solidFill>
            <a:srgbClr val="0D1F3C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2984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46520" y="16459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48640" y="2057400"/>
            <a:ext cx="3474720" cy="2560320"/>
          </a:xfrm>
          <a:prstGeom prst="roundRect">
            <a:avLst>
              <a:gd name="adj" fmla="val 1786"/>
            </a:avLst>
          </a:prstGeom>
          <a:solidFill>
            <a:srgbClr val="040B1A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37360" y="2651760"/>
            <a:ext cx="1280160" cy="1280160"/>
          </a:xfrm>
          <a:prstGeom prst="ellipse">
            <a:avLst/>
          </a:prstGeom>
          <a:solidFill>
            <a:srgbClr val="1A4FD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29260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365760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8960" y="411480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274320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31720" y="2606040"/>
            <a:ext cx="128016" cy="12801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5720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Map (Real-time)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206240" y="2057400"/>
            <a:ext cx="4389120" cy="2560320"/>
          </a:xfrm>
          <a:prstGeom prst="roundRect">
            <a:avLst>
              <a:gd name="adj" fmla="val 1786"/>
            </a:avLst>
          </a:prstGeom>
          <a:solidFill>
            <a:srgbClr val="0D1F3C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Conjunction Events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297680" y="2468880"/>
            <a:ext cx="4114800" cy="594360"/>
          </a:xfrm>
          <a:prstGeom prst="roundRect">
            <a:avLst>
              <a:gd name="adj" fmla="val 6154"/>
            </a:avLst>
          </a:prstGeom>
          <a:solidFill>
            <a:srgbClr val="0A162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0" y="252374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 ↔ DEBRIS-A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389120" y="2743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 km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223760" y="2560320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2560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4297680" y="3154680"/>
            <a:ext cx="4114800" cy="594360"/>
          </a:xfrm>
          <a:prstGeom prst="roundRect">
            <a:avLst>
              <a:gd name="adj" fmla="val 6154"/>
            </a:avLst>
          </a:prstGeom>
          <a:solidFill>
            <a:srgbClr val="0A1628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0" y="320954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STARLINK ↔ COSMOS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389120" y="34290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km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7223760" y="3246120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F97316">
              <a:alpha val="3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23760" y="32461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4297680" y="3840480"/>
            <a:ext cx="4114800" cy="594360"/>
          </a:xfrm>
          <a:prstGeom prst="roundRect">
            <a:avLst>
              <a:gd name="adj" fmla="val 6154"/>
            </a:avLst>
          </a:prstGeom>
          <a:solidFill>
            <a:srgbClr val="0A162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0" y="389534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FENGYUN ↔ IRIDIUM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389120" y="4114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 km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223760" y="3931920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EAB308">
              <a:alpha val="30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23760" y="3931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oundRect">
            <a:avLst/>
          </a:prstGeom>
          <a:solidFill>
            <a:srgbClr val="0D1F3C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FUTURE 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Impact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ISRO &amp; Small Sats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58191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SSA tool for Indian satellite operators — no expensive licenses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Commons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45059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orbital slots that power GPS, weather, and internet for billions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30175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017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 Faster Alerts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31927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agent replaces hours of manual analysis per conjunction event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" y="38862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3886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418795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full SpaceTrack.org catalog of 26,000+ objects with one config change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54880" y="777240"/>
            <a:ext cx="4114800" cy="4114800"/>
          </a:xfrm>
          <a:prstGeom prst="roundRect">
            <a:avLst>
              <a:gd name="adj" fmla="val 1778"/>
            </a:avLst>
          </a:prstGeom>
          <a:solidFill>
            <a:srgbClr val="0D1F3C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86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92040" y="1371600"/>
            <a:ext cx="3794760" cy="731520"/>
          </a:xfrm>
          <a:prstGeom prst="roundRect">
            <a:avLst>
              <a:gd name="adj" fmla="val 6250"/>
            </a:avLst>
          </a:prstGeom>
          <a:solidFill>
            <a:srgbClr val="0A1628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417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v1.0 ✅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83480" y="167335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· TLE ingestion · Conjunction detection · LLM alerts · Dashboard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92040" y="2194560"/>
            <a:ext cx="3794760" cy="731520"/>
          </a:xfrm>
          <a:prstGeom prst="roundRect">
            <a:avLst>
              <a:gd name="adj" fmla="val 6250"/>
            </a:avLst>
          </a:prstGeom>
          <a:solidFill>
            <a:srgbClr val="0A1628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240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v1.5 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83480" y="249631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SpaceTrack.org API · Full catalog · Email/SMS alerts · Mobile PWA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92040" y="3017520"/>
            <a:ext cx="3794760" cy="731520"/>
          </a:xfrm>
          <a:prstGeom prst="roundRect">
            <a:avLst>
              <a:gd name="adj" fmla="val 6250"/>
            </a:avLst>
          </a:prstGeom>
          <a:solidFill>
            <a:srgbClr val="0A1628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063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v2.0 →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83480" y="331927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RL-based maneuver optimizer · Operator API · ISRO integration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92040" y="3840480"/>
            <a:ext cx="3794760" cy="731520"/>
          </a:xfrm>
          <a:prstGeom prst="roundRect">
            <a:avLst>
              <a:gd name="adj" fmla="val 6250"/>
            </a:avLst>
          </a:prstGeom>
          <a:solidFill>
            <a:srgbClr val="0A1628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886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v3.0 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83480" y="414223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Multi-orbit (MEO/GEO) · Predictive 72h forecast · SaaS platform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457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10058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2743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0" y="822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182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2004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38404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0" y="43891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34747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46634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45720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🛰️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1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ORBITWATCH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914400" y="2423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Earth's orbit safe — autonomously.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71600" y="3017520"/>
            <a:ext cx="6400800" cy="1188720"/>
          </a:xfrm>
          <a:prstGeom prst="roundRect">
            <a:avLst>
              <a:gd name="adj" fmla="val 7692"/>
            </a:avLst>
          </a:prstGeom>
          <a:solidFill>
            <a:srgbClr val="0D1F3C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371600" y="30632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github.com/AbhishekKharat04/orbitwatch</a:t>
            </a:r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Team: </a:t>
            </a:r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HallucinateThis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71600" y="35204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Space &amp; Aerospace  ·  FAR AWAY 2026  ·  India's Biggest International Hackathon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with FastAPI · SGP4 · LangChain · CelesTrak · Groq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OrbitWatch - FAR AWAY 2026</dc:title>
  <dc:subject>PptxGenJS Presentation</dc:subject>
  <dc:creator>HallucinateThis</dc:creator>
  <cp:lastModifiedBy>HallucinateThis</cp:lastModifiedBy>
  <cp:revision>1</cp:revision>
  <dcterms:created xsi:type="dcterms:W3CDTF">2026-06-14T16:56:03Z</dcterms:created>
  <dcterms:modified xsi:type="dcterms:W3CDTF">2026-06-14T16:56:03Z</dcterms:modified>
</cp:coreProperties>
</file>